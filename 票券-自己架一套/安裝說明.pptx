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7724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3B28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772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C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票券 App｜安裝說明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自己架一套「票券」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CC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截圖丟進去，自動讀出商家、到期日和序號；依到期日排好，還能挑幾張分享給朋友。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3B28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全部免費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52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CC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用免費方案就夠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384048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3B28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30 分鐘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4352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CC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照著做一次就好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384048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3B2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49240" y="3959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資料在你手上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4352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CC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存在你的 Google 帳號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7A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照順序做步驟 1～7，每一步都在電腦的瀏覽器裡完成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85800"/>
            <a:ext cx="2535185" cy="548640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05156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它怎麼運作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全部用免費服務組起來；你的票券只放在你自己的 Google 帳號裡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017520" y="2766060"/>
            <a:ext cx="411480" cy="914"/>
          </a:xfrm>
          <a:prstGeom prst="line">
            <a:avLst/>
          </a:prstGeom>
          <a:noFill/>
          <a:ln w="25400">
            <a:solidFill>
              <a:srgbClr val="B7A6D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217920" y="2766060"/>
            <a:ext cx="411480" cy="914"/>
          </a:xfrm>
          <a:prstGeom prst="line">
            <a:avLst/>
          </a:prstGeom>
          <a:noFill/>
          <a:ln w="25400">
            <a:solidFill>
              <a:srgbClr val="B7A6D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9006840" y="2103120"/>
            <a:ext cx="502920" cy="411480"/>
          </a:xfrm>
          <a:prstGeom prst="line">
            <a:avLst/>
          </a:prstGeom>
          <a:noFill/>
          <a:ln w="25400">
            <a:solidFill>
              <a:srgbClr val="B7A6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006840" y="3017520"/>
            <a:ext cx="502920" cy="411480"/>
          </a:xfrm>
          <a:prstGeom prst="line">
            <a:avLst/>
          </a:prstGeom>
          <a:noFill/>
          <a:ln w="25400">
            <a:solidFill>
              <a:srgbClr val="B7A6D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06840" y="3246120"/>
            <a:ext cx="502920" cy="1554480"/>
          </a:xfrm>
          <a:prstGeom prst="line">
            <a:avLst/>
          </a:prstGeom>
          <a:noFill/>
          <a:ln w="25400">
            <a:solidFill>
              <a:srgbClr val="B7A6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18120" y="3383280"/>
            <a:ext cx="914" cy="822960"/>
          </a:xfrm>
          <a:prstGeom prst="line">
            <a:avLst/>
          </a:prstGeom>
          <a:noFill/>
          <a:ln w="25400">
            <a:solidFill>
              <a:srgbClr val="B7A6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823460" y="3383280"/>
            <a:ext cx="914" cy="822960"/>
          </a:xfrm>
          <a:prstGeom prst="line">
            <a:avLst/>
          </a:prstGeom>
          <a:noFill/>
          <a:ln w="25400">
            <a:solidFill>
              <a:srgbClr val="B7A6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14884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100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295" y="2627803"/>
            <a:ext cx="276515" cy="2765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89888" y="24368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你的手機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89888" y="27843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加到主畫面的 App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29000" y="2148840"/>
            <a:ext cx="2788920" cy="1234440"/>
          </a:xfrm>
          <a:prstGeom prst="roundRect">
            <a:avLst>
              <a:gd name="adj" fmla="val 10370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11880" y="25100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55" y="2627803"/>
            <a:ext cx="276515" cy="27651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270248" y="243687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Cloudflare Pages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270248" y="27843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放網站（web 資料夾）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629400" y="214884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12280" y="25100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055" y="2627803"/>
            <a:ext cx="276515" cy="27651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470648" y="24368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Apps Script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470648" y="27843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後端（Code.gs）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509760" y="1600200"/>
            <a:ext cx="2148840" cy="1005840"/>
          </a:xfrm>
          <a:prstGeom prst="roundRect">
            <a:avLst>
              <a:gd name="adj" fmla="val 12727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92640" y="184708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415" y="1964863"/>
            <a:ext cx="276515" cy="27651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351008" y="17739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10351008" y="21214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票券的資料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509760" y="2926080"/>
            <a:ext cx="2148840" cy="1005840"/>
          </a:xfrm>
          <a:prstGeom prst="roundRect">
            <a:avLst>
              <a:gd name="adj" fmla="val 12727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692640" y="317296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415" y="3290743"/>
            <a:ext cx="276515" cy="27651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351008" y="30998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雲端硬碟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10351008" y="34472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票券截圖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629400" y="4206240"/>
            <a:ext cx="2377440" cy="1097280"/>
          </a:xfrm>
          <a:prstGeom prst="roundRect">
            <a:avLst>
              <a:gd name="adj" fmla="val 11667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812280" y="4498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055" y="4616623"/>
            <a:ext cx="276515" cy="27651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470648" y="44256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7470648" y="4773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讀截圖，有免費額度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3429000" y="4206240"/>
            <a:ext cx="2788920" cy="1097280"/>
          </a:xfrm>
          <a:prstGeom prst="roundRect">
            <a:avLst>
              <a:gd name="adj" fmla="val 11667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611880" y="4498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9655" y="4616623"/>
            <a:ext cx="276515" cy="27651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270248" y="44256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朋友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4270248" y="4773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點分享連結，不用裝 App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9509760" y="4297680"/>
            <a:ext cx="2148840" cy="1005840"/>
          </a:xfrm>
          <a:prstGeom prst="roundRect">
            <a:avLst>
              <a:gd name="adj" fmla="val 12727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692640" y="454456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415" y="4662343"/>
            <a:ext cx="276515" cy="27651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351008" y="44714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Discord</a:t>
            </a:r>
            <a:endParaRPr lang="en-US" sz="1400" dirty="0"/>
          </a:p>
        </p:txBody>
      </p:sp>
      <p:sp>
        <p:nvSpPr>
          <p:cNvPr id="50" name="Text 40"/>
          <p:cNvSpPr txBox="1"/>
          <p:nvPr/>
        </p:nvSpPr>
        <p:spPr>
          <a:xfrm>
            <a:off x="10351008" y="48188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通知（選用）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548640" y="5715000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F1EBFA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815584"/>
            <a:ext cx="365760" cy="36576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280160" y="5852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別人沒有你的存取碼（OWNER_KEY）就看不到你的票券；朋友只看得到你分享給他的那幾張。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開始前準備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準備好這四樣，大約 30 分鐘就能裝好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F1EB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858" y="1930298"/>
            <a:ext cx="345643" cy="3456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013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一台電腦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67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或 Mac 都可以，全部在瀏覽器裡做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F1EB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" y="2936138"/>
            <a:ext cx="345643" cy="3456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072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帳號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172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後端、試算表、雲端硬碟、Gemini 都用這個帳號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F1EB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" y="3941978"/>
            <a:ext cx="345643" cy="3456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8130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Cloudflare 帳號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178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dash.cloudflare.com 免費註冊，用來放網站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rgbClr val="F1EB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" y="4947818"/>
            <a:ext cx="345643" cy="3456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818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這個壓縮檔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1846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解壓縮後有 Code.gs 和 web 資料夾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903720" y="1783080"/>
            <a:ext cx="4754880" cy="4343400"/>
          </a:xfrm>
          <a:prstGeom prst="roundRect">
            <a:avLst>
              <a:gd name="adj" fmla="val 3368"/>
            </a:avLst>
          </a:prstGeom>
          <a:solidFill>
            <a:srgbClr val="F1EBFA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223760" y="2011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過程中會拿到 3 樣東西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24231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先開一個記事本存起來，後面會用到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223760" y="288036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7360920" y="2990088"/>
            <a:ext cx="347472" cy="347472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36092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863840" y="2999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金鑰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0241280" y="29992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223760" y="3593592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7360920" y="3703320"/>
            <a:ext cx="347472" cy="347472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36092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863840" y="37124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OWNER_KEY（存取碼）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0241280" y="371246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7223760" y="4306824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34" name="Shape 28"/>
          <p:cNvSpPr/>
          <p:nvPr/>
        </p:nvSpPr>
        <p:spPr>
          <a:xfrm>
            <a:off x="7360920" y="4416552"/>
            <a:ext cx="347472" cy="347472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36092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7863840" y="4425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/exec 網址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10241280" y="44256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7223760" y="5120640"/>
            <a:ext cx="4114800" cy="779272"/>
          </a:xfrm>
          <a:prstGeom prst="roundRect">
            <a:avLst>
              <a:gd name="adj" fmla="val 14081"/>
            </a:avLst>
          </a:prstGeom>
          <a:solidFill>
            <a:srgbClr val="FBEAE7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5327396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955280" y="5257800"/>
            <a:ext cx="3246120" cy="50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B1F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OWNER_KEY 就像鑰匙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1F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：有它就能看、改你所有的票券，不要給別人。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20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676656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建立後端（Apps Script）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43584"/>
            <a:ext cx="10134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Code.gs 放進你自己的 Google 帳號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74520"/>
            <a:ext cx="59801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script.google.com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，按左上「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新專案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386584"/>
            <a:ext cx="59801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點上方「無標題的專案」，改名為「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票券後端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2898648"/>
            <a:ext cx="59801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用記事本打開壓縮檔裡的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Code.gs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Ctrl+A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全選、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Ctrl+C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複製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676904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7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3658616"/>
            <a:ext cx="59801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回到編輯器，把「程式碼.gs」原本的內容全部刪掉，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Ctrl+V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貼上，按儲存（磁碟片圖示）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3687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436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4418584"/>
            <a:ext cx="59801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左邊齒輪「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專案設定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」→「時區」選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(GMT+08:00) 台北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35240" y="1874520"/>
            <a:ext cx="4023360" cy="1097280"/>
          </a:xfrm>
          <a:prstGeom prst="roundRect">
            <a:avLst>
              <a:gd name="adj" fmla="val 11667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212140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2646" y="2260214"/>
            <a:ext cx="325892" cy="32589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6410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Code.gs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在這個壓縮檔裡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46920" y="3017520"/>
            <a:ext cx="914" cy="685800"/>
          </a:xfrm>
          <a:prstGeom prst="line">
            <a:avLst/>
          </a:prstGeom>
          <a:noFill/>
          <a:ln w="25400">
            <a:solidFill>
              <a:srgbClr val="6A35A8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98298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整份複製貼上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635240" y="3749040"/>
            <a:ext cx="4023360" cy="1097280"/>
          </a:xfrm>
          <a:prstGeom prst="roundRect">
            <a:avLst>
              <a:gd name="adj" fmla="val 11667"/>
            </a:avLst>
          </a:prstGeom>
          <a:solidFill>
            <a:srgbClr val="F1EBFA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63840" y="399592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646" y="4134734"/>
            <a:ext cx="325892" cy="32589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6410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程式碼.gs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8641080" y="4361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Apps Script 編輯器裡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635240" y="5074920"/>
            <a:ext cx="402336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863840" y="5074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專案設定 → 時區：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(GMT+08:00) 台北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20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676656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 Gemini 金鑰（免費）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43584"/>
            <a:ext cx="10134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讓後端讀得懂票券截圖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74520"/>
            <a:ext cx="59801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aistudio.google.com/apikey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（用同一個 Google 帳號登入）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52776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5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634488"/>
            <a:ext cx="59801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API key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（建立 API 金鑰）」，複製那一串（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AIza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開頭）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12744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12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3394456"/>
            <a:ext cx="59801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 Apps Script「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專案設定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」，拉到最下面「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指令碼屬性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」→「新增指令碼屬性」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17271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72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4154424"/>
            <a:ext cx="59801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照右邊填好 →「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儲存指令碼屬性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4023360" cy="2148840"/>
          </a:xfrm>
          <a:prstGeom prst="roundRect">
            <a:avLst>
              <a:gd name="adj" fmla="val 6809"/>
            </a:avLst>
          </a:prstGeom>
          <a:solidFill>
            <a:srgbClr val="F1E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專案設定 → 指令碼屬性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屬性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27889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GEMINI_KEY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92640" y="278892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AIza…</a:t>
            </a:r>
            <a:pPr algn="ctr" indent="0" marL="0">
              <a:buNone/>
            </a:pPr>
            <a:r>
              <a:rPr lang="en-US" sz="11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（你的金鑰）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名稱要全大寫，值前後不要有空白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4297680"/>
            <a:ext cx="4023360" cy="1031748"/>
          </a:xfrm>
          <a:prstGeom prst="roundRect">
            <a:avLst>
              <a:gd name="adj" fmla="val 10635"/>
            </a:avLst>
          </a:prstGeom>
          <a:solidFill>
            <a:srgbClr val="F1EBFA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30674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366760" y="4434840"/>
            <a:ext cx="315468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個人用的量在 Gemini 免費額度內。金鑰只放在指令碼屬性裡，不要貼給別人。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20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676656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setup，拿到存取碼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43584"/>
            <a:ext cx="10134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它會幫你建好「票券資料」試算表和「票券截圖」資料夾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74520"/>
            <a:ext cx="55229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回到編輯器（左邊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&gt;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圖示），上方函式選單選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，按「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52776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5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634488"/>
            <a:ext cx="55229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跳出「需要授權」→「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審查權限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 選你的帳號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164840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6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3146552"/>
            <a:ext cx="5522976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看到「Google 尚未驗證這個應用程式」→ 左下「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前往 票券後端（不安全）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 權限全部勾選 →「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繼續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」（或「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允許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1335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13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4195064"/>
            <a:ext cx="55229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下方「執行紀錄」會印出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OWNER_KEY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，複製存好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86600" y="1874520"/>
            <a:ext cx="4572000" cy="2355342"/>
          </a:xfrm>
          <a:prstGeom prst="roundRect">
            <a:avLst>
              <a:gd name="adj" fmla="val 3882"/>
            </a:avLst>
          </a:prstGeom>
          <a:solidFill>
            <a:srgbClr val="221C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42632" y="2020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7A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執行紀錄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42632" y="2331720"/>
            <a:ext cx="411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 票券安裝完成 ─────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2579370"/>
            <a:ext cx="411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試算表：</a:t>
            </a:r>
            <a:pPr indent="0" marL="0">
              <a:buNone/>
            </a:pPr>
            <a:r>
              <a:rPr lang="en-US" sz="1300" dirty="0">
                <a:solidFill>
                  <a:srgbClr val="E9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https://docs.google.com/…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2827020"/>
            <a:ext cx="411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截圖資料夾：</a:t>
            </a:r>
            <a:pPr indent="0" marL="0">
              <a:buNone/>
            </a:pPr>
            <a:r>
              <a:rPr lang="en-US" sz="1300" dirty="0">
                <a:solidFill>
                  <a:srgbClr val="E9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https://drive.google.com/…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42632" y="3074670"/>
            <a:ext cx="411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3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OWNER_KEY（貼到前端「設定」裡）：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42632" y="3322320"/>
            <a:ext cx="411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k7x2m9pq4rvs…（24 個字）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42632" y="3569970"/>
            <a:ext cx="411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辨識引擎：</a:t>
            </a:r>
            <a:pPr indent="0" marL="0">
              <a:buNone/>
            </a:pPr>
            <a:r>
              <a:rPr lang="en-US" sz="1300" dirty="0">
                <a:solidFill>
                  <a:srgbClr val="E9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3817620"/>
            <a:ext cx="411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到期提醒：每天早上 9 點多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F1EBFA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41264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280160" y="55778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「不安全」只是因為這是你自己的程式、沒送 Google 審核；它只會用到你自己的試算表和雲端硬碟。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20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676656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部署成網頁應用程式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43584"/>
            <a:ext cx="10134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拿到後端網址（…/exec 結尾）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74520"/>
            <a:ext cx="59801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右上藍色「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新增部署作業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386584"/>
            <a:ext cx="598017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「選取類型」旁邊的齒輪 →「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網頁應用程式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2898648"/>
            <a:ext cx="59801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照右邊設定好，按「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」（第一次可能會再問一次授權，一樣允許）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676904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7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3658616"/>
            <a:ext cx="5980176" cy="6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複製「網頁應用程式」網址：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https://script.google.com/macros/s/…/exec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1E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新增部署作業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09560" y="251460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25146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25146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網頁應用程式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09560" y="3227832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2440" y="32278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執行身分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64040" y="32278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09560" y="3941064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6A35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92440" y="394106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誰可以存取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64040" y="39410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所有人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英文介面：Execute as → Me，Who has access → Anyone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F1EBFA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12664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28016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「所有人」只是讓網址打得開：看票、改票都要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OWNER_KEY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；朋友的分享連結只看得到你給他的那幾張。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20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676656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把網站放上 Cloudflare Pages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43584"/>
            <a:ext cx="10134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免費，把 web 資料夾拖進去就好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74520"/>
            <a:ext cx="5980176" cy="31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dash.cloudflare.com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（沒有帳號就免費註冊）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386584"/>
            <a:ext cx="598017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Workers &amp; Pages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application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 Pages 的「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 started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Drag and drop your files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2877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287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3110484"/>
            <a:ext cx="5980176" cy="31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專案名稱取英文小寫（例如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my-tickets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40836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408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3622548"/>
            <a:ext cx="5980176" cy="31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把整個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資料夾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拖進去 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 site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152900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152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4134612"/>
            <a:ext cx="5980176" cy="31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完成後會拿到你的網址：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https://my-tickets.pages.dev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35240" y="1874520"/>
            <a:ext cx="4023360" cy="2286000"/>
          </a:xfrm>
          <a:prstGeom prst="roundRect">
            <a:avLst>
              <a:gd name="adj" fmla="val 6400"/>
            </a:avLst>
          </a:prstGeom>
          <a:solidFill>
            <a:srgbClr val="F1E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9560" y="210312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66" y="2241926"/>
            <a:ext cx="325892" cy="32589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686800" y="2103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資料夾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裡面的檔案都不用改，整個拖進去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646920" y="2926080"/>
            <a:ext cx="914" cy="411480"/>
          </a:xfrm>
          <a:prstGeom prst="line">
            <a:avLst/>
          </a:prstGeom>
          <a:noFill/>
          <a:ln w="25400">
            <a:solidFill>
              <a:srgbClr val="6A35A8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909560" y="33832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095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https://my-tickets.pages.dev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635240" y="4389120"/>
            <a:ext cx="4023360" cy="779272"/>
          </a:xfrm>
          <a:prstGeom prst="roundRect">
            <a:avLst>
              <a:gd name="adj" fmla="val 14081"/>
            </a:avLst>
          </a:prstGeom>
          <a:solidFill>
            <a:srgbClr val="F1EBFA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595876"/>
            <a:ext cx="365760" cy="36576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366760" y="4526280"/>
            <a:ext cx="3154680" cy="50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先記下這個網址，下一步設定分享連結、最後手機打開都會用到。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20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6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676656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設定分享連結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43584"/>
            <a:ext cx="10134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讓分享連結變短，朋友打開也不會碰到 Google 的錯誤頁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74520"/>
            <a:ext cx="598017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Pages 專案 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Settings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Variables and Secrets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Add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1670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16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598420"/>
            <a:ext cx="5980176" cy="31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名稱填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EXEC_URL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，值貼你的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/exec 網址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Save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2877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287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3110484"/>
            <a:ext cx="598017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設定要重新部署才生效：「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Deployments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new deployment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」→ 再把 web 資料夾拖一次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5267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52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3834384"/>
            <a:ext cx="598017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 Apps Script 的指令碼屬性，照右邊新增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SHORT_BASE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（結尾要有 /s/）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4023360" cy="1371600"/>
          </a:xfrm>
          <a:prstGeom prst="roundRect">
            <a:avLst>
              <a:gd name="adj" fmla="val 10667"/>
            </a:avLst>
          </a:prstGeom>
          <a:solidFill>
            <a:srgbClr val="F1E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0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Cloudflare → Variables and Secrets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09560" y="2331720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331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EXEC_URL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770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https://script.google.com/macros/s/…/exec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3383280"/>
            <a:ext cx="4023360" cy="1371600"/>
          </a:xfrm>
          <a:prstGeom prst="roundRect">
            <a:avLst>
              <a:gd name="adj" fmla="val 10667"/>
            </a:avLst>
          </a:prstGeom>
          <a:solidFill>
            <a:srgbClr val="F1EB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09560" y="3511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Apps Script → 指令碼屬性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09560" y="3840480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09560" y="3840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SHORT_BASE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279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https://my-tickets.pages.dev</a:t>
            </a:r>
            <a:pPr algn="ctr" indent="0" marL="0">
              <a:buNone/>
            </a:pPr>
            <a:r>
              <a:rPr lang="en-US" sz="1100" b="1" dirty="0">
                <a:solidFill>
                  <a:srgbClr val="B83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/s/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4892040"/>
            <a:ext cx="40233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5029200"/>
            <a:ext cx="457200" cy="457200"/>
          </a:xfrm>
          <a:prstGeom prst="ellipse">
            <a:avLst/>
          </a:prstGeom>
          <a:solidFill>
            <a:srgbClr val="F1EBFA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8996" y="5134356"/>
            <a:ext cx="246888" cy="24688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458200" y="5120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檢查一下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：瀏覽器打開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909560" y="5468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https://my-tickets.pages.dev/s/test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7909560" y="5742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看到「這個分享連結不存在」就代表通了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48640" y="4892040"/>
            <a:ext cx="6720840" cy="779272"/>
          </a:xfrm>
          <a:prstGeom prst="roundRect">
            <a:avLst>
              <a:gd name="adj" fmla="val 14081"/>
            </a:avLst>
          </a:prstGeom>
          <a:solidFill>
            <a:srgbClr val="F1EBFA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98796"/>
            <a:ext cx="365760" cy="36576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280160" y="5029200"/>
            <a:ext cx="5852160" cy="50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2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網址放在 Cloudflare 的設定裡，以後更新網站直接整個 web 資料夾上傳就好，不用改任何檔案。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6A35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20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7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676656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手機接上，加到主畫面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43584"/>
            <a:ext cx="10134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之後打開就是你自己的票券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28800"/>
            <a:ext cx="60716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手機打開你的網址（例如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https://my-tickets.pages.dev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），一開始會是示範模式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7098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70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552700"/>
            <a:ext cx="60716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右上齒輪 →「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後端與存取碼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」：後端網址貼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/exec 網址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，存取碼貼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OWNER_KEY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94888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94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3276600"/>
            <a:ext cx="6071616" cy="31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測試連線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」，成功後按「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0695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06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3788664"/>
            <a:ext cx="60716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加到主畫面：iPhone 用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Safari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的分享鈕 →「加入主畫面」；Android 用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Chrome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選單 →「安裝應用程式」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530852"/>
            <a:ext cx="329184" cy="329184"/>
          </a:xfrm>
          <a:prstGeom prst="ellipse">
            <a:avLst/>
          </a:prstGeom>
          <a:solidFill>
            <a:srgbClr val="F1E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308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4512564"/>
            <a:ext cx="60716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家人的手機：在設定的「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換裝置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」掃 QR 就接上了（這個 QR 等於鑰匙，只給自己人）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828800"/>
            <a:ext cx="3931920" cy="361162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726680" y="555015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的「設定 → 後端與存取碼」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開始用吧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匯入：下方「拍照或匯入」選截圖，自動讀出商家、券名、到期日和序號，確認後存入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977640"/>
          </a:xfrm>
          <a:prstGeom prst="roundRect">
            <a:avLst>
              <a:gd name="adj" fmla="val 4103"/>
            </a:avLst>
          </a:prstGeom>
          <a:solidFill>
            <a:srgbClr val="F1EB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222" y="1874520"/>
            <a:ext cx="1668997" cy="3611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依到期日排好，快到期的在最上面；標題旁的數字是還能用的張數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20540" y="1691640"/>
            <a:ext cx="3566160" cy="3977640"/>
          </a:xfrm>
          <a:prstGeom prst="roundRect">
            <a:avLst>
              <a:gd name="adj" fmla="val 4103"/>
            </a:avLst>
          </a:prstGeom>
          <a:solidFill>
            <a:srgbClr val="F1EB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122" y="1874520"/>
            <a:ext cx="1668997" cy="3611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577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點進去出示：截圖可以放大、轉橫的，條碼更好掃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092440" y="1691640"/>
            <a:ext cx="3566160" cy="3977640"/>
          </a:xfrm>
          <a:prstGeom prst="roundRect">
            <a:avLst>
              <a:gd name="adj" fmla="val 4103"/>
            </a:avLst>
          </a:prstGeom>
          <a:solidFill>
            <a:srgbClr val="F1EB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022" y="1874520"/>
            <a:ext cx="1668997" cy="3611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分享給朋友：他不用裝 App，用掉按一下，你這邊就知道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選用功能，還有之後的更新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前兩個不設也能正常用；有新版本時 App 會自己提醒你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114800"/>
          </a:xfrm>
          <a:prstGeom prst="roundRect">
            <a:avLst>
              <a:gd name="adj" fmla="val 4103"/>
            </a:avLst>
          </a:prstGeom>
          <a:solidFill>
            <a:srgbClr val="F1EB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178" y="2158898"/>
            <a:ext cx="345643" cy="3456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Discord 通知＋到期提醒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35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Discord 建一個自己的伺服器和頻道 →「編輯頻道 → 整合 → Webhook → 新 Webhook」→ 複製網址。指令碼屬性新增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DISCORD_WEBHOOK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35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貼上網址，再執行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testNotify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35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試發一則。之後朋友用掉會通知，到期前 10 天起每天早上 9 點提醒。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0540" y="1783080"/>
            <a:ext cx="3566160" cy="4114800"/>
          </a:xfrm>
          <a:prstGeom prst="roundRect">
            <a:avLst>
              <a:gd name="adj" fmla="val 4103"/>
            </a:avLst>
          </a:prstGeom>
          <a:solidFill>
            <a:srgbClr val="F1EB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486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2158898"/>
            <a:ext cx="345643" cy="3456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4860" y="2788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自動匯入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94860" y="329184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35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雲端硬碟開一個資料夾（例如「票券上傳區」），把網址 folders/ 後面那一串填進指令碼屬性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SOURCE_FOLDER_ID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35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，執行一次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A3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startAutoImport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35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。之後手機截圖存進那個資料夾就好，每 15 分鐘自動辨識。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2440" y="1783080"/>
            <a:ext cx="3566160" cy="4114800"/>
          </a:xfrm>
          <a:prstGeom prst="roundRect">
            <a:avLst>
              <a:gd name="adj" fmla="val 4103"/>
            </a:avLst>
          </a:prstGeom>
          <a:solidFill>
            <a:srgbClr val="F1EB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978" y="2158898"/>
            <a:ext cx="345643" cy="3456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788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有新版本時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29184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35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最上面會出現「有新版本」，點開看每一版改了什麼、下載更新包。更新兩步：Apps Script 把 Code.gs 換成新的 →「部署 → 管理部署作業 → 鉛筆 → 新版本」；Cloudflare「Create new deployment」拖入新的 web 資料夾。最後按「強制更新到最新版」。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更完整的說明在壓縮檔裡的 README.md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E1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卡住的時候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58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照畫面上的字找原因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903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35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多半是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35A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測試連線說「後端回傳的不是 JSON」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部署的「誰可以存取」不是「所有人」，或網址不是 /exec 結尾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測試連線說「存取碼不對」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OWNER_KEY 貼錯，或前後多了空白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匯入時說還沒設定金鑰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指令碼屬性的名稱要全大寫 GEMINI_KEY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匯入時說沒有這個模型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換型號了：改 Code.gs 最上面的 MODEL，再部署新版本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分享連結打開寫「還沒設定好」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Cloudflare 的 EXEC_URL 還沒設，或設了之後沒有重新部署一次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朋友打開分享連結看到 Google 錯誤頁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沒設 SHORT_BASE，或結尾少了 /s/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iPhone 沒有「加入主畫面」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1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要用 Safari 打開，Chrome 沒有這個選項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4592" marR="164592" marT="54864" marB="54864" anchor="ctr">
                    <a:lnL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裝好了，開始收票吧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9CC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最後記住這三件事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658368" cy="658368"/>
          </a:xfrm>
          <a:prstGeom prst="ellipse">
            <a:avLst/>
          </a:prstGeom>
          <a:solidFill>
            <a:srgbClr val="3B28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2666025"/>
            <a:ext cx="355519" cy="3555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53288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存取碼（OWNER_KEY）和設定裡「換裝置」的 QR 碼，等於你票券的鑰匙，只給自己的裝置。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520440"/>
            <a:ext cx="658368" cy="658368"/>
          </a:xfrm>
          <a:prstGeom prst="ellipse">
            <a:avLst/>
          </a:prstGeom>
          <a:solidFill>
            <a:srgbClr val="3B28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3671865"/>
            <a:ext cx="355519" cy="3555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53872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想給別人看看長什麼樣子：給他你的網站網址就好，他看到的是示範模式的範例票券。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31520" y="4526280"/>
            <a:ext cx="658368" cy="658368"/>
          </a:xfrm>
          <a:prstGeom prst="ellipse">
            <a:avLst/>
          </a:prstGeom>
          <a:solidFill>
            <a:srgbClr val="3B28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4677705"/>
            <a:ext cx="355519" cy="35551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454456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資料都在你自己的 Google 帳號：試算表「票券資料」、資料夾「票券截圖」。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828800"/>
            <a:ext cx="2926080" cy="2926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549640" y="4937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票券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票券 安裝說明</dc:title>
  <dc:subject>PptxGenJS Presentation</dc:subject>
  <dc:creator>票券</dc:creator>
  <cp:lastModifiedBy>票券</cp:lastModifiedBy>
  <cp:revision>1</cp:revision>
  <dcterms:created xsi:type="dcterms:W3CDTF">2026-09-25T17:54:31Z</dcterms:created>
  <dcterms:modified xsi:type="dcterms:W3CDTF">2026-09-25T17:54:31Z</dcterms:modified>
</cp:coreProperties>
</file>